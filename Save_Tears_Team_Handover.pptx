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897"/>
    <p:restoredTop sz="94699"/>
  </p:normalViewPr>
  <p:slideViewPr>
    <p:cSldViewPr snapToGrid="0" snapToObjects="1">
      <p:cViewPr varScale="1">
        <p:scale>
          <a:sx n="103" d="100"/>
          <a:sy n="103" d="100"/>
        </p:scale>
        <p:origin x="9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g_login.jp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56032"/>
            <a:ext cx="4919472" cy="66019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69480" y="256032"/>
            <a:ext cx="4919472" cy="6601968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777240"/>
            <a:ext cx="61264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978408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09728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123456"/>
                </a:solidFill>
                <a:latin typeface="Aptos Display"/>
              </a:rPr>
              <a:t>Save Tears</a:t>
            </a:r>
          </a:p>
          <a:p>
            <a:r>
              <a:rPr sz="1800" dirty="0">
                <a:solidFill>
                  <a:srgbClr val="277A84"/>
                </a:solidFill>
                <a:latin typeface="Aptos"/>
              </a:rPr>
              <a:t>Water Conservation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828800"/>
            <a:ext cx="1828800" cy="384048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TEAM HANDOVER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Mini-program frontend for end users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FastAPI backend for user and data management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Focused on registration, login, and room-based water data lookup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Current status: the minimum working flow is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00584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200"/>
              </a:spcBef>
            </a:pPr>
            <a:r>
              <a:rPr sz="1600">
                <a:solidFill>
                  <a:srgbClr val="123456"/>
                </a:solidFill>
                <a:latin typeface="Aptos"/>
              </a:rPr>
              <a:t>Audience: UK teammates</a:t>
            </a:r>
          </a:p>
          <a:p>
            <a:r>
              <a:rPr sz="1600">
                <a:solidFill>
                  <a:srgbClr val="123456"/>
                </a:solidFill>
                <a:latin typeface="Aptos"/>
              </a:rPr>
              <a:t>Format: Team handover</a:t>
            </a:r>
          </a:p>
          <a:p>
            <a:r>
              <a:rPr sz="1600">
                <a:solidFill>
                  <a:srgbClr val="123456"/>
                </a:solidFill>
                <a:latin typeface="Aptos"/>
              </a:rPr>
              <a:t>Length: 20-25 mins</a:t>
            </a:r>
          </a:p>
          <a:p>
            <a:r>
              <a:rPr sz="1600">
                <a:solidFill>
                  <a:srgbClr val="123456"/>
                </a:solidFill>
                <a:latin typeface="Aptos"/>
              </a:rPr>
              <a:t>Includes: short live demo</a:t>
            </a:r>
          </a:p>
        </p:txBody>
      </p:sp>
      <p:pic>
        <p:nvPicPr>
          <p:cNvPr id="11" name="Picture 10" descr="logo_avatar.jp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1261872"/>
            <a:ext cx="1143000" cy="112471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Purpose of This Handover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2468880" cy="1371600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Working Core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Show what is already 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468880" cy="137160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Scope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Separate real logic from UI prototypes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468880" cy="137160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Structure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Explain how the codebase is organized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645920"/>
            <a:ext cx="2286000" cy="137160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Next Phase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Propose a practical team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42D38"/>
                </a:solidFill>
                <a:latin typeface="Aptos"/>
              </a:rPr>
              <a:t>This is a handover and onboarding session, not a final defense presentation.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42D38"/>
                </a:solidFill>
                <a:latin typeface="Aptos"/>
              </a:rPr>
              <a:t>The goal is to help teammates understand the current implementation and continue development efficiently.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Current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011680" cy="914400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Mini-program
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11680"/>
            <a:ext cx="2011680" cy="91440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src/api/
index.ts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2011680" cy="91440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FastAPI
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011680"/>
            <a:ext cx="2011680" cy="91440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SQLite / MySQL
database</a:t>
            </a:r>
          </a:p>
        </p:txBody>
      </p:sp>
      <p:sp>
        <p:nvSpPr>
          <p:cNvPr id="11" name="Chevron 10"/>
          <p:cNvSpPr/>
          <p:nvPr/>
        </p:nvSpPr>
        <p:spPr>
          <a:xfrm>
            <a:off x="2926080" y="2258568"/>
            <a:ext cx="457200" cy="420624"/>
          </a:xfrm>
          <a:prstGeom prst="chevron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5669280" y="2258568"/>
            <a:ext cx="457200" cy="420624"/>
          </a:xfrm>
          <a:prstGeom prst="chevron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8412480" y="2258568"/>
            <a:ext cx="457200" cy="420624"/>
          </a:xfrm>
          <a:prstGeom prst="chevron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Page interaction -&gt; API wrapper -&gt; backend route -&gt; database -&gt; JSON response -&gt; page rendering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Frontend: save_tears_miniprogram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Backend entry points: save_tears_backend/api.py and save_tears_backend/main.py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What Is Already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828800" cy="914400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Register</a:t>
            </a:r>
          </a:p>
        </p:txBody>
      </p:sp>
      <p:sp>
        <p:nvSpPr>
          <p:cNvPr id="8" name="Chevron 7"/>
          <p:cNvSpPr/>
          <p:nvPr/>
        </p:nvSpPr>
        <p:spPr>
          <a:xfrm>
            <a:off x="2606039" y="2167128"/>
            <a:ext cx="411480" cy="411480"/>
          </a:xfrm>
          <a:prstGeom prst="chevron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1920240"/>
            <a:ext cx="1828800" cy="91440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Log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846320" y="2167128"/>
            <a:ext cx="411480" cy="411480"/>
          </a:xfrm>
          <a:prstGeom prst="chevron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12080" y="1920240"/>
            <a:ext cx="1828800" cy="91440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Store user
locally</a:t>
            </a:r>
          </a:p>
        </p:txBody>
      </p:sp>
      <p:sp>
        <p:nvSpPr>
          <p:cNvPr id="12" name="Chevron 11"/>
          <p:cNvSpPr/>
          <p:nvPr/>
        </p:nvSpPr>
        <p:spPr>
          <a:xfrm>
            <a:off x="7086600" y="2167128"/>
            <a:ext cx="411480" cy="411480"/>
          </a:xfrm>
          <a:prstGeom prst="chevron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2360" y="1920240"/>
            <a:ext cx="1828800" cy="91440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Query by
room number</a:t>
            </a:r>
          </a:p>
        </p:txBody>
      </p:sp>
      <p:sp>
        <p:nvSpPr>
          <p:cNvPr id="14" name="Chevron 13"/>
          <p:cNvSpPr/>
          <p:nvPr/>
        </p:nvSpPr>
        <p:spPr>
          <a:xfrm>
            <a:off x="9326880" y="2167128"/>
            <a:ext cx="411480" cy="411480"/>
          </a:xfrm>
          <a:prstGeom prst="chevron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92640" y="1920240"/>
            <a:ext cx="1828800" cy="91440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Show three
room-based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42D38"/>
                </a:solidFill>
                <a:latin typeface="Aptos"/>
              </a:rPr>
              <a:t>Working room-based lookup pages: water flow, sewage turbidity, and water bill.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42D38"/>
                </a:solidFill>
                <a:latin typeface="Aptos"/>
              </a:rPr>
              <a:t>This flow is backend-connected and persists data through the database.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Frontend Status by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291840" cy="283464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Working business pages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login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register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water-flow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sewage-turbidity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water-bill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2743200" cy="283464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Partially dynamic pages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home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645920"/>
            <a:ext cx="3566160" cy="2834640"/>
          </a:xfrm>
          <a:prstGeom prst="roundRect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Prototype / mock page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Some pages are API-driven and already usable.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8"/>
                </a:solidFill>
                <a:latin typeface="Aptos"/>
              </a:rPr>
              <a:t>Others are visually complete enough to show direction, but still need real business logic.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Main Backend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846320" cy="3291840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Used by the mini-program now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POST /register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POST /login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GET /water_flow/{room_number}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GET /sewage_turbidity/{room_number}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GET /water_bill/{room_number}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329184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Implemented but not connected in UI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POST /water_flow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POST /sewage_turbidity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POST /water_bill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GET /users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How to Read the Codebase Quickly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91840" cy="2194560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1. pages.json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Routes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Page list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Tab 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91840" cy="219456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2. src/api/index.ts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Request wrapper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API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108960" cy="219456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3. save_tears_backend/api.py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Models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Schemas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Routes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Database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42D38"/>
                </a:solidFill>
                <a:latin typeface="Aptos"/>
              </a:rPr>
              <a:t>These three files give the fastest complete overview for a new teammate.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Current Gaps and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937760" cy="3291840"/>
          </a:xfrm>
          <a:prstGeom prst="roundRect">
            <a:avLst/>
          </a:prstGeom>
          <a:solidFill>
            <a:srgbClr val="DD6B20"/>
          </a:solidFill>
          <a:ln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Product and UI gaps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Home page content is mostly static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Profile feature buttons are not connected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Admin page uses mock data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3291840"/>
          </a:xfrm>
          <a:prstGeom prst="roundRect">
            <a:avLst/>
          </a:prstGeom>
          <a:solidFill>
            <a:srgbClr val="C53030"/>
          </a:solidFill>
          <a:ln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Technical and security gaps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Registration UI collects email, but backend does not store it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Authentication is local-storage based, not token-based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Passwords are currently compared in plaintext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Suggested Team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51760" cy="2926080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Frontend feature completion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home page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profile page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admin page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charting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651760" cy="292608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Backend and security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email field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password hashing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auth model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API cleanup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2651760" cy="2926080"/>
          </a:xfrm>
          <a:prstGeom prst="round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 input and visualization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connect submit-data APIs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add data entry forms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build real chart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645920"/>
            <a:ext cx="2011680" cy="29260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Testing and integration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environment setup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sample data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regression checks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handover docs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Short Demo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6126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242D38"/>
                </a:solidFill>
                <a:latin typeface="Aptos"/>
              </a:rPr>
              <a:t>1. Register a test user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42D38"/>
                </a:solidFill>
                <a:latin typeface="Aptos"/>
              </a:rPr>
              <a:t>2. Log in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42D38"/>
                </a:solidFill>
                <a:latin typeface="Aptos"/>
              </a:rPr>
              <a:t>3. Show the username on the home page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42D38"/>
                </a:solidFill>
                <a:latin typeface="Aptos"/>
              </a:rPr>
              <a:t>4. Open the three room-based data pages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42D38"/>
                </a:solidFill>
                <a:latin typeface="Aptos"/>
              </a:rPr>
              <a:t>5. Confirm that records are loaded from backend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20240"/>
            <a:ext cx="3474720" cy="210312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Before the meeting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backend running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sample records ready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local storage cleaned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594360"/>
            <a:ext cx="73152" cy="5394960"/>
          </a:xfrm>
          <a:prstGeom prst="rect">
            <a:avLst/>
          </a:prstGeom>
          <a:solidFill>
            <a:srgbClr val="DC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1089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  <a:latin typeface="Aptos Display"/>
              </a:rPr>
              <a:t>Next Sprint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70432"/>
            <a:ext cx="1828800" cy="54864"/>
          </a:xfrm>
          <a:prstGeom prst="rect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200400" cy="2011680"/>
          </a:xfrm>
          <a:prstGeom prst="roundRect">
            <a:avLst/>
          </a:prstGeom>
          <a:solidFill>
            <a:srgbClr val="3886CB"/>
          </a:solidFill>
          <a:ln>
            <a:solidFill>
              <a:srgbClr val="38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Stage 1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stabilize the backend model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add authentication and security basics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2011680"/>
          </a:xfrm>
          <a:prstGeom prst="roundRect">
            <a:avLst/>
          </a:prstGeom>
          <a:solidFill>
            <a:srgbClr val="277A84"/>
          </a:solidFill>
          <a:ln>
            <a:solidFill>
              <a:srgbClr val="27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Stage 2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turn placeholder pages into real features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connect data input and charting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00400" cy="201168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Stage 3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testing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polish</a:t>
            </a:r>
          </a:p>
          <a:p>
            <a:r>
              <a:rPr sz="1100">
                <a:solidFill>
                  <a:srgbClr val="FFFFFF"/>
                </a:solidFill>
                <a:latin typeface="Aptos"/>
              </a:rPr>
              <a:t>deployment and final presentation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42D38"/>
                </a:solidFill>
                <a:latin typeface="Aptos"/>
              </a:rPr>
              <a:t>The project already has a solid working core. The next step is to make it more complete and team-owned.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6409944"/>
            <a:ext cx="100584" cy="100584"/>
          </a:xfrm>
          <a:prstGeom prst="ellipse">
            <a:avLst/>
          </a:prstGeom>
          <a:solidFill>
            <a:srgbClr val="38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18096"/>
                </a:solidFill>
                <a:latin typeface="Aptos"/>
              </a:rPr>
              <a:t>Save Tears Team Handover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661</Words>
  <Application>Microsoft Macintosh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Jiacheng Tao</cp:lastModifiedBy>
  <cp:revision>2</cp:revision>
  <dcterms:created xsi:type="dcterms:W3CDTF">2013-01-27T09:14:16Z</dcterms:created>
  <dcterms:modified xsi:type="dcterms:W3CDTF">2026-03-07T04:11:16Z</dcterms:modified>
  <cp:category/>
</cp:coreProperties>
</file>